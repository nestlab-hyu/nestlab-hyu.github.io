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23" d="100"/>
          <a:sy n="123" d="100"/>
        </p:scale>
        <p:origin x="-116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924C3-0F7B-1FB8-4A31-AD3386A3F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08B3F58-B9D8-7BD5-C738-722996722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D4DFE5-44DA-4390-3AFD-4360FD07A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1D8-A9BE-8E4E-9830-111B35928ECE}" type="datetimeFigureOut">
              <a:rPr kumimoji="1" lang="ko-KR" altLang="en-US" smtClean="0"/>
              <a:t>2026. 7. 2.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3A2118-A2EA-8CAE-9280-6EADBE84C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A9E195-6405-F7AA-2265-C2B52B774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9C50-B84D-FF44-83AE-0533410BDF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86204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70571B-B3FF-6881-BFD7-7E658CCC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8E2E01-BB06-9D33-BD5C-D402F16E1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7DFDDF-2D68-8644-9AD4-B3C723DF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1D8-A9BE-8E4E-9830-111B35928ECE}" type="datetimeFigureOut">
              <a:rPr kumimoji="1" lang="ko-KR" altLang="en-US" smtClean="0"/>
              <a:t>2026. 7. 2.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A775A1-D0AB-E0D0-11BD-BD749C620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A722D0-CADB-BB80-A031-0876456C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9C50-B84D-FF44-83AE-0533410BDF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8090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AB687C-B20D-0B5A-E8DF-24554240F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3DFCD3-95A3-8C58-C58A-8E3C3D502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F7B058-0535-E65B-EA0D-72C58566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1D8-A9BE-8E4E-9830-111B35928ECE}" type="datetimeFigureOut">
              <a:rPr kumimoji="1" lang="ko-KR" altLang="en-US" smtClean="0"/>
              <a:t>2026. 7. 2.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0DE761-940D-8513-AB98-364A2126F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F1B1B8-851A-70A3-0979-791A5DDC4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9C50-B84D-FF44-83AE-0533410BDF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02496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2F8CDC-CD29-1562-D001-508B1A2E7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419498-D1DC-F243-2D56-EE933EC76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AADB7A-4609-1AC0-BDA0-A7AD2DBEA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D2A57-9094-EE81-3F3F-A562DE945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1D8-A9BE-8E4E-9830-111B35928ECE}" type="datetimeFigureOut">
              <a:rPr kumimoji="1" lang="ko-KR" altLang="en-US" smtClean="0"/>
              <a:t>2026. 7. 2.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8D191C-7145-EF48-721A-57797B175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B6935B-4CED-E92F-2C05-01217A968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9C50-B84D-FF44-83AE-0533410BDF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3864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D407DB-F64F-FCD9-99FB-D41D06F8E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0D0423-12B4-7F93-BFAC-FE2799C7C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03407B-015A-6634-7743-5C66E6309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9135B1-FCA8-52F2-3D23-41A124A08B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0899F93-5602-1FC4-48EB-C33BD24D3F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8C8CD4-CDB3-56E6-06F0-56923930A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1D8-A9BE-8E4E-9830-111B35928ECE}" type="datetimeFigureOut">
              <a:rPr kumimoji="1" lang="ko-KR" altLang="en-US" smtClean="0"/>
              <a:t>2026. 7. 2.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B102A98-EBBB-2D19-ABD0-DC8E6DD71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5C042EC-7E5D-581C-56ED-474E84A64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9C50-B84D-FF44-83AE-0533410BDF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950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274BDD-A594-753E-C94D-FB525A1DF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343CB6-A4EB-DCC8-4D95-77E704637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1D8-A9BE-8E4E-9830-111B35928ECE}" type="datetimeFigureOut">
              <a:rPr kumimoji="1" lang="ko-KR" altLang="en-US" smtClean="0"/>
              <a:t>2026. 7. 2.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94B984E-B883-704D-2CFF-6C002BEB9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89D853-E804-453E-4046-8C2276FF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9C50-B84D-FF44-83AE-0533410BDF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66527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ED866BA-FB2D-6F89-9C21-E6750A977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1D8-A9BE-8E4E-9830-111B35928ECE}" type="datetimeFigureOut">
              <a:rPr kumimoji="1" lang="ko-KR" altLang="en-US" smtClean="0"/>
              <a:t>2026. 7. 2.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D1D43C3-0ABC-3BE4-99A4-95D0F9948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7148E8-B74E-02B6-E220-4D33CF71F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9C50-B84D-FF44-83AE-0533410BDF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22413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B7E7CD-CC53-4186-122C-83C9C9ABE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06251C-4EED-1EE0-E52B-F0954E6B7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D9EC97-1B6C-2F29-EF0B-715916F3A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A8C268-2E5D-C0E5-071E-D38C373B8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1D8-A9BE-8E4E-9830-111B35928ECE}" type="datetimeFigureOut">
              <a:rPr kumimoji="1" lang="ko-KR" altLang="en-US" smtClean="0"/>
              <a:t>2026. 7. 2.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756E4C-72BE-9A42-B0D1-CC3C6B9B6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AA6E40-71E1-0895-EEBE-C9ADE7C9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9C50-B84D-FF44-83AE-0533410BDF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04524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FBB2E-4C98-0E1C-FCCE-905E0D2F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1406BA6-0661-96EC-5139-61EFF70C42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C523F6-6553-43B2-4E6A-731BECD10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33757C-8BBA-F1D3-7864-23033537A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1D8-A9BE-8E4E-9830-111B35928ECE}" type="datetimeFigureOut">
              <a:rPr kumimoji="1" lang="ko-KR" altLang="en-US" smtClean="0"/>
              <a:t>2026. 7. 2.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92DB9D-9597-72D0-2A82-72F84A6F9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BDDBF3-7D67-B65E-215E-A3F37D7E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9C50-B84D-FF44-83AE-0533410BDF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044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1982D0-9EC3-2C94-C9FB-39209DC25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BDC79B-39D7-043E-ED53-2ADBD74B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969F7D-D821-1053-2D34-20D0FC90A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1D8-A9BE-8E4E-9830-111B35928ECE}" type="datetimeFigureOut">
              <a:rPr kumimoji="1" lang="ko-KR" altLang="en-US" smtClean="0"/>
              <a:t>2026. 7. 2.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6D1285-819D-ADFF-F4F3-953E520AB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6C1192-D5A9-B536-9446-830690698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9C50-B84D-FF44-83AE-0533410BDF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3673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AD3B87D-F10B-32AF-F5DF-1AF60B322D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9C91A2-4025-0F14-93D8-9D3D2BA5B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BF6968-4F84-A1F7-F555-E53D05517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C1D8-A9BE-8E4E-9830-111B35928ECE}" type="datetimeFigureOut">
              <a:rPr kumimoji="1" lang="ko-KR" altLang="en-US" smtClean="0"/>
              <a:t>2026. 7. 2.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3F7BC1-F4A3-384D-E9D7-A49ED2BCD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394DFC-330B-3B36-1FCE-D80D3198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9C50-B84D-FF44-83AE-0533410BDF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78015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1676FB-248D-07B3-59E4-6587C93BA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A925BD-9637-FE95-4ED1-903D577A2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D2FA1D-D19B-28A3-5C64-29B9FB751E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BEC1D8-A9BE-8E4E-9830-111B35928ECE}" type="datetimeFigureOut">
              <a:rPr kumimoji="1" lang="ko-KR" altLang="en-US" smtClean="0"/>
              <a:t>2026. 7. 2.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0B7D20-7FDF-82FE-654C-3ABB3E6A5A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7444EA-2204-9B0B-16DA-EE3D8A288D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29C50-B84D-FF44-83AE-0533410BDFB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9362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F66A704D-68D1-4A1C-7D22-3D20313814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02047" y="2428003"/>
            <a:ext cx="1761214" cy="16144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5192ED-8106-2701-F5B3-FC340768B27D}"/>
              </a:ext>
            </a:extLst>
          </p:cNvPr>
          <p:cNvSpPr txBox="1"/>
          <p:nvPr/>
        </p:nvSpPr>
        <p:spPr>
          <a:xfrm>
            <a:off x="4843679" y="2340199"/>
            <a:ext cx="4522406" cy="1323439"/>
          </a:xfrm>
          <a:prstGeom prst="rect">
            <a:avLst/>
          </a:prstGeom>
          <a:noFill/>
        </p:spPr>
        <p:txBody>
          <a:bodyPr wrap="square" lIns="0" rIns="0" rtlCol="0" anchor="ctr" anchorCtr="0">
            <a:spAutoFit/>
          </a:bodyPr>
          <a:lstStyle/>
          <a:p>
            <a:r>
              <a:rPr kumimoji="1" lang="en-US" altLang="ko-KR" sz="8000" b="1" dirty="0">
                <a:latin typeface="Manrope" pitchFamily="2" charset="0"/>
              </a:rPr>
              <a:t>NEST </a:t>
            </a:r>
            <a:r>
              <a:rPr kumimoji="1" lang="en-US" altLang="ko-KR" sz="8000" dirty="0">
                <a:latin typeface="Manrope" pitchFamily="2" charset="0"/>
              </a:rPr>
              <a:t>Lab</a:t>
            </a:r>
            <a:endParaRPr kumimoji="1" lang="ko-KR" altLang="en-US" sz="8000" dirty="0">
              <a:latin typeface="Manrope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41C775-B948-B9E4-909F-8297434C7BB4}"/>
              </a:ext>
            </a:extLst>
          </p:cNvPr>
          <p:cNvSpPr txBox="1"/>
          <p:nvPr/>
        </p:nvSpPr>
        <p:spPr>
          <a:xfrm>
            <a:off x="4893444" y="3411539"/>
            <a:ext cx="4472641" cy="615553"/>
          </a:xfrm>
          <a:prstGeom prst="rect">
            <a:avLst/>
          </a:prstGeom>
          <a:noFill/>
        </p:spPr>
        <p:txBody>
          <a:bodyPr wrap="square" lIns="0" rIns="0" rtlCol="0" anchor="ctr" anchorCtr="0">
            <a:spAutoFit/>
          </a:bodyPr>
          <a:lstStyle/>
          <a:p>
            <a:r>
              <a:rPr kumimoji="1" lang="en-US" altLang="ko-KR" sz="3400" b="1" dirty="0">
                <a:latin typeface="Manrope" pitchFamily="2" charset="0"/>
              </a:rPr>
              <a:t>Ne</a:t>
            </a:r>
            <a:r>
              <a:rPr kumimoji="1" lang="en-US" altLang="ko-KR" sz="3400" dirty="0">
                <a:latin typeface="Manrope" pitchFamily="2" charset="0"/>
              </a:rPr>
              <a:t>twork and </a:t>
            </a:r>
            <a:r>
              <a:rPr kumimoji="1" lang="en-US" altLang="ko-KR" sz="3400" b="1" dirty="0">
                <a:latin typeface="Manrope" pitchFamily="2" charset="0"/>
              </a:rPr>
              <a:t>S</a:t>
            </a:r>
            <a:r>
              <a:rPr kumimoji="1" lang="en-US" altLang="ko-KR" sz="3400" dirty="0">
                <a:latin typeface="Manrope" pitchFamily="2" charset="0"/>
              </a:rPr>
              <a:t>ecuri</a:t>
            </a:r>
            <a:r>
              <a:rPr kumimoji="1" lang="en-US" altLang="ko-KR" sz="3400" b="1" dirty="0">
                <a:latin typeface="Manrope" pitchFamily="2" charset="0"/>
              </a:rPr>
              <a:t>t</a:t>
            </a:r>
            <a:r>
              <a:rPr kumimoji="1" lang="en-US" altLang="ko-KR" sz="3400" dirty="0">
                <a:latin typeface="Manrope" pitchFamily="2" charset="0"/>
              </a:rPr>
              <a:t>y</a:t>
            </a:r>
            <a:endParaRPr kumimoji="1" lang="ko-KR" altLang="en-US" sz="3400" dirty="0">
              <a:latin typeface="Manrop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354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56551-9ED1-7E58-6807-57DDDA8BD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0FA3D83C-D113-F99D-B604-E5459B7A69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83459" y="2521127"/>
            <a:ext cx="1161539" cy="10647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946586-43F5-1664-A535-5F2EFC08957E}"/>
              </a:ext>
            </a:extLst>
          </p:cNvPr>
          <p:cNvSpPr txBox="1"/>
          <p:nvPr/>
        </p:nvSpPr>
        <p:spPr>
          <a:xfrm>
            <a:off x="4843679" y="2426682"/>
            <a:ext cx="4522406" cy="1323439"/>
          </a:xfrm>
          <a:prstGeom prst="rect">
            <a:avLst/>
          </a:prstGeom>
          <a:noFill/>
        </p:spPr>
        <p:txBody>
          <a:bodyPr wrap="square" lIns="0" rIns="0" rtlCol="0" anchor="ctr" anchorCtr="0">
            <a:spAutoFit/>
          </a:bodyPr>
          <a:lstStyle/>
          <a:p>
            <a:r>
              <a:rPr kumimoji="1" lang="en-US" altLang="ko-KR" sz="8000" b="1" dirty="0">
                <a:latin typeface="Manrope" pitchFamily="2" charset="0"/>
              </a:rPr>
              <a:t>NEST </a:t>
            </a:r>
            <a:r>
              <a:rPr kumimoji="1" lang="en-US" altLang="ko-KR" sz="8000" dirty="0">
                <a:latin typeface="Manrope" pitchFamily="2" charset="0"/>
              </a:rPr>
              <a:t>Lab</a:t>
            </a:r>
            <a:endParaRPr kumimoji="1" lang="ko-KR" altLang="en-US" sz="8000" dirty="0">
              <a:latin typeface="Manrop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640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</Words>
  <Application>Microsoft Macintosh PowerPoint</Application>
  <PresentationFormat>와이드스크린</PresentationFormat>
  <Paragraphs>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Manrope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이현민</dc:creator>
  <cp:lastModifiedBy>이현민</cp:lastModifiedBy>
  <cp:revision>15</cp:revision>
  <dcterms:created xsi:type="dcterms:W3CDTF">2026-07-02T07:38:25Z</dcterms:created>
  <dcterms:modified xsi:type="dcterms:W3CDTF">2026-07-02T12:02:21Z</dcterms:modified>
</cp:coreProperties>
</file>